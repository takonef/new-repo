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3" r:id="rId4"/>
    <p:sldId id="264" r:id="rId5"/>
    <p:sldId id="265" r:id="rId6"/>
    <p:sldId id="269" r:id="rId7"/>
    <p:sldId id="270" r:id="rId8"/>
    <p:sldId id="271" r:id="rId9"/>
    <p:sldId id="272" r:id="rId10"/>
    <p:sldId id="266" r:id="rId11"/>
    <p:sldId id="268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958F"/>
    <a:srgbClr val="F7D756"/>
    <a:srgbClr val="9AC2DA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7481" autoAdjust="0"/>
    <p:restoredTop sz="94660"/>
  </p:normalViewPr>
  <p:slideViewPr>
    <p:cSldViewPr snapToGrid="0">
      <p:cViewPr>
        <p:scale>
          <a:sx n="66" d="100"/>
          <a:sy n="66" d="100"/>
        </p:scale>
        <p:origin x="-1100" y="-6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hit -" userId="044eef8e4daa0d70" providerId="LiveId" clId="{39DBC3CF-F771-4AFE-A5C9-2BD1080243F5}"/>
    <pc:docChg chg="undo redo custSel addSld delSld modSld sldOrd">
      <pc:chgData name="Anahit -" userId="044eef8e4daa0d70" providerId="LiveId" clId="{39DBC3CF-F771-4AFE-A5C9-2BD1080243F5}" dt="2025-11-26T19:41:49.365" v="730" actId="1076"/>
      <pc:docMkLst>
        <pc:docMk/>
      </pc:docMkLst>
      <pc:sldChg chg="del">
        <pc:chgData name="Anahit -" userId="044eef8e4daa0d70" providerId="LiveId" clId="{39DBC3CF-F771-4AFE-A5C9-2BD1080243F5}" dt="2025-11-26T19:12:15.037" v="1" actId="2696"/>
        <pc:sldMkLst>
          <pc:docMk/>
          <pc:sldMk cId="3656309736" sldId="260"/>
        </pc:sldMkLst>
      </pc:sldChg>
      <pc:sldChg chg="del">
        <pc:chgData name="Anahit -" userId="044eef8e4daa0d70" providerId="LiveId" clId="{39DBC3CF-F771-4AFE-A5C9-2BD1080243F5}" dt="2025-11-26T19:12:12.798" v="0" actId="2696"/>
        <pc:sldMkLst>
          <pc:docMk/>
          <pc:sldMk cId="318575094" sldId="261"/>
        </pc:sldMkLst>
      </pc:sldChg>
      <pc:sldChg chg="add del">
        <pc:chgData name="Anahit -" userId="044eef8e4daa0d70" providerId="LiveId" clId="{39DBC3CF-F771-4AFE-A5C9-2BD1080243F5}" dt="2025-11-26T19:12:24.948" v="4" actId="2696"/>
        <pc:sldMkLst>
          <pc:docMk/>
          <pc:sldMk cId="3307199949" sldId="262"/>
        </pc:sldMkLst>
      </pc:sldChg>
      <pc:sldChg chg="modSp mod">
        <pc:chgData name="Anahit -" userId="044eef8e4daa0d70" providerId="LiveId" clId="{39DBC3CF-F771-4AFE-A5C9-2BD1080243F5}" dt="2025-11-26T19:18:39.960" v="122" actId="20577"/>
        <pc:sldMkLst>
          <pc:docMk/>
          <pc:sldMk cId="1013295238" sldId="265"/>
        </pc:sldMkLst>
        <pc:spChg chg="mod">
          <ac:chgData name="Anahit -" userId="044eef8e4daa0d70" providerId="LiveId" clId="{39DBC3CF-F771-4AFE-A5C9-2BD1080243F5}" dt="2025-11-26T19:18:39.960" v="122" actId="20577"/>
          <ac:spMkLst>
            <pc:docMk/>
            <pc:sldMk cId="1013295238" sldId="265"/>
            <ac:spMk id="2" creationId="{D46FB19C-771D-F517-D75A-12083B9D2AC6}"/>
          </ac:spMkLst>
        </pc:spChg>
      </pc:sldChg>
      <pc:sldChg chg="del">
        <pc:chgData name="Anahit -" userId="044eef8e4daa0d70" providerId="LiveId" clId="{39DBC3CF-F771-4AFE-A5C9-2BD1080243F5}" dt="2025-11-26T19:13:12.514" v="5" actId="47"/>
        <pc:sldMkLst>
          <pc:docMk/>
          <pc:sldMk cId="375879338" sldId="266"/>
        </pc:sldMkLst>
      </pc:sldChg>
      <pc:sldChg chg="modSp add mod ord">
        <pc:chgData name="Anahit -" userId="044eef8e4daa0d70" providerId="LiveId" clId="{39DBC3CF-F771-4AFE-A5C9-2BD1080243F5}" dt="2025-11-26T19:14:22.513" v="29" actId="1076"/>
        <pc:sldMkLst>
          <pc:docMk/>
          <pc:sldMk cId="2277615855" sldId="266"/>
        </pc:sldMkLst>
        <pc:spChg chg="mod">
          <ac:chgData name="Anahit -" userId="044eef8e4daa0d70" providerId="LiveId" clId="{39DBC3CF-F771-4AFE-A5C9-2BD1080243F5}" dt="2025-11-26T19:14:22.513" v="29" actId="1076"/>
          <ac:spMkLst>
            <pc:docMk/>
            <pc:sldMk cId="2277615855" sldId="266"/>
            <ac:spMk id="2" creationId="{9A322CC0-C142-E974-7027-132AFF4A31E9}"/>
          </ac:spMkLst>
        </pc:spChg>
        <pc:spChg chg="mod">
          <ac:chgData name="Anahit -" userId="044eef8e4daa0d70" providerId="LiveId" clId="{39DBC3CF-F771-4AFE-A5C9-2BD1080243F5}" dt="2025-11-26T19:14:18.904" v="28" actId="1076"/>
          <ac:spMkLst>
            <pc:docMk/>
            <pc:sldMk cId="2277615855" sldId="266"/>
            <ac:spMk id="3" creationId="{1E61D1A1-F14C-463E-2DDF-B50CDDE3D365}"/>
          </ac:spMkLst>
        </pc:spChg>
      </pc:sldChg>
      <pc:sldChg chg="addSp delSp modSp add del mod ord">
        <pc:chgData name="Anahit -" userId="044eef8e4daa0d70" providerId="LiveId" clId="{39DBC3CF-F771-4AFE-A5C9-2BD1080243F5}" dt="2025-11-26T19:32:50.117" v="417" actId="2696"/>
        <pc:sldMkLst>
          <pc:docMk/>
          <pc:sldMk cId="2391171171" sldId="267"/>
        </pc:sldMkLst>
        <pc:spChg chg="mod">
          <ac:chgData name="Anahit -" userId="044eef8e4daa0d70" providerId="LiveId" clId="{39DBC3CF-F771-4AFE-A5C9-2BD1080243F5}" dt="2025-11-26T19:16:30.754" v="65" actId="1076"/>
          <ac:spMkLst>
            <pc:docMk/>
            <pc:sldMk cId="2391171171" sldId="267"/>
            <ac:spMk id="2" creationId="{06C2C4BF-DED8-9F2B-6E5C-04B4E5EAA99A}"/>
          </ac:spMkLst>
        </pc:spChg>
        <pc:spChg chg="del mod">
          <ac:chgData name="Anahit -" userId="044eef8e4daa0d70" providerId="LiveId" clId="{39DBC3CF-F771-4AFE-A5C9-2BD1080243F5}" dt="2025-11-26T19:15:53.773" v="57" actId="931"/>
          <ac:spMkLst>
            <pc:docMk/>
            <pc:sldMk cId="2391171171" sldId="267"/>
            <ac:spMk id="3" creationId="{1BDB9404-6D6A-4913-4C85-D2A95FB205C5}"/>
          </ac:spMkLst>
        </pc:spChg>
        <pc:spChg chg="add mod">
          <ac:chgData name="Anahit -" userId="044eef8e4daa0d70" providerId="LiveId" clId="{39DBC3CF-F771-4AFE-A5C9-2BD1080243F5}" dt="2025-11-26T19:28:40.724" v="351" actId="1076"/>
          <ac:spMkLst>
            <pc:docMk/>
            <pc:sldMk cId="2391171171" sldId="267"/>
            <ac:spMk id="6" creationId="{E04ECC81-4979-80AC-77B2-A1F4806C6FDF}"/>
          </ac:spMkLst>
        </pc:spChg>
        <pc:spChg chg="add mod">
          <ac:chgData name="Anahit -" userId="044eef8e4daa0d70" providerId="LiveId" clId="{39DBC3CF-F771-4AFE-A5C9-2BD1080243F5}" dt="2025-11-26T19:28:08.489" v="344" actId="1076"/>
          <ac:spMkLst>
            <pc:docMk/>
            <pc:sldMk cId="2391171171" sldId="267"/>
            <ac:spMk id="7" creationId="{90CC5486-6247-8D3D-5920-C5E2215C8B2A}"/>
          </ac:spMkLst>
        </pc:spChg>
        <pc:picChg chg="add mod modCrop">
          <ac:chgData name="Anahit -" userId="044eef8e4daa0d70" providerId="LiveId" clId="{39DBC3CF-F771-4AFE-A5C9-2BD1080243F5}" dt="2025-11-26T19:27:11.983" v="341" actId="14100"/>
          <ac:picMkLst>
            <pc:docMk/>
            <pc:sldMk cId="2391171171" sldId="267"/>
            <ac:picMk id="5" creationId="{714D3099-12A4-FF0F-B3DE-65C2314B43BC}"/>
          </ac:picMkLst>
        </pc:picChg>
      </pc:sldChg>
      <pc:sldChg chg="addSp delSp modSp add mod ord">
        <pc:chgData name="Anahit -" userId="044eef8e4daa0d70" providerId="LiveId" clId="{39DBC3CF-F771-4AFE-A5C9-2BD1080243F5}" dt="2025-11-26T19:41:49.365" v="730" actId="1076"/>
        <pc:sldMkLst>
          <pc:docMk/>
          <pc:sldMk cId="1000445823" sldId="268"/>
        </pc:sldMkLst>
        <pc:spChg chg="mod">
          <ac:chgData name="Anahit -" userId="044eef8e4daa0d70" providerId="LiveId" clId="{39DBC3CF-F771-4AFE-A5C9-2BD1080243F5}" dt="2025-11-26T19:23:01.238" v="149" actId="1076"/>
          <ac:spMkLst>
            <pc:docMk/>
            <pc:sldMk cId="1000445823" sldId="268"/>
            <ac:spMk id="2" creationId="{A2008E19-CBE5-1FC3-2FB3-86F6AD780C74}"/>
          </ac:spMkLst>
        </pc:spChg>
        <pc:spChg chg="del mod">
          <ac:chgData name="Anahit -" userId="044eef8e4daa0d70" providerId="LiveId" clId="{39DBC3CF-F771-4AFE-A5C9-2BD1080243F5}" dt="2025-11-26T19:20:38.922" v="133" actId="22"/>
          <ac:spMkLst>
            <pc:docMk/>
            <pc:sldMk cId="1000445823" sldId="268"/>
            <ac:spMk id="3" creationId="{0F5CFBB7-FC29-FFE0-C808-D8DEC22BFED9}"/>
          </ac:spMkLst>
        </pc:spChg>
        <pc:spChg chg="add mod">
          <ac:chgData name="Anahit -" userId="044eef8e4daa0d70" providerId="LiveId" clId="{39DBC3CF-F771-4AFE-A5C9-2BD1080243F5}" dt="2025-11-26T19:41:49.365" v="730" actId="1076"/>
          <ac:spMkLst>
            <pc:docMk/>
            <pc:sldMk cId="1000445823" sldId="268"/>
            <ac:spMk id="10" creationId="{0E71E7E2-C443-3A40-1DBF-CACA8A1C9C3F}"/>
          </ac:spMkLst>
        </pc:spChg>
        <pc:spChg chg="add mod">
          <ac:chgData name="Anahit -" userId="044eef8e4daa0d70" providerId="LiveId" clId="{39DBC3CF-F771-4AFE-A5C9-2BD1080243F5}" dt="2025-11-26T19:25:43.185" v="235" actId="1076"/>
          <ac:spMkLst>
            <pc:docMk/>
            <pc:sldMk cId="1000445823" sldId="268"/>
            <ac:spMk id="11" creationId="{B79C8495-7ABE-CBF1-0E5E-94C09BB4EC60}"/>
          </ac:spMkLst>
        </pc:spChg>
        <pc:spChg chg="add mod">
          <ac:chgData name="Anahit -" userId="044eef8e4daa0d70" providerId="LiveId" clId="{39DBC3CF-F771-4AFE-A5C9-2BD1080243F5}" dt="2025-11-26T19:26:58.091" v="339" actId="20577"/>
          <ac:spMkLst>
            <pc:docMk/>
            <pc:sldMk cId="1000445823" sldId="268"/>
            <ac:spMk id="12" creationId="{4AABEA26-C159-B1EF-2980-790B1CA1F7FB}"/>
          </ac:spMkLst>
        </pc:spChg>
        <pc:picChg chg="add mod ord">
          <ac:chgData name="Anahit -" userId="044eef8e4daa0d70" providerId="LiveId" clId="{39DBC3CF-F771-4AFE-A5C9-2BD1080243F5}" dt="2025-11-26T19:41:38.262" v="727" actId="14100"/>
          <ac:picMkLst>
            <pc:docMk/>
            <pc:sldMk cId="1000445823" sldId="268"/>
            <ac:picMk id="5" creationId="{A6A2FAAD-66F7-D571-8C57-2D88EDFC5396}"/>
          </ac:picMkLst>
        </pc:picChg>
        <pc:picChg chg="add mod ord">
          <ac:chgData name="Anahit -" userId="044eef8e4daa0d70" providerId="LiveId" clId="{39DBC3CF-F771-4AFE-A5C9-2BD1080243F5}" dt="2025-11-26T19:24:01.411" v="168" actId="1076"/>
          <ac:picMkLst>
            <pc:docMk/>
            <pc:sldMk cId="1000445823" sldId="268"/>
            <ac:picMk id="7" creationId="{BCAC38EE-49C0-1ABF-1589-1D98B213032E}"/>
          </ac:picMkLst>
        </pc:picChg>
        <pc:picChg chg="add mod">
          <ac:chgData name="Anahit -" userId="044eef8e4daa0d70" providerId="LiveId" clId="{39DBC3CF-F771-4AFE-A5C9-2BD1080243F5}" dt="2025-11-26T19:24:50.362" v="172" actId="1076"/>
          <ac:picMkLst>
            <pc:docMk/>
            <pc:sldMk cId="1000445823" sldId="268"/>
            <ac:picMk id="9" creationId="{F3974D86-6C4F-AF00-8150-5BA87645D1A6}"/>
          </ac:picMkLst>
        </pc:picChg>
      </pc:sldChg>
      <pc:sldChg chg="addSp modSp add mod">
        <pc:chgData name="Anahit -" userId="044eef8e4daa0d70" providerId="LiveId" clId="{39DBC3CF-F771-4AFE-A5C9-2BD1080243F5}" dt="2025-11-26T19:32:57.985" v="459" actId="20577"/>
        <pc:sldMkLst>
          <pc:docMk/>
          <pc:sldMk cId="3947627640" sldId="269"/>
        </pc:sldMkLst>
        <pc:spChg chg="mod">
          <ac:chgData name="Anahit -" userId="044eef8e4daa0d70" providerId="LiveId" clId="{39DBC3CF-F771-4AFE-A5C9-2BD1080243F5}" dt="2025-11-26T19:32:57.985" v="459" actId="20577"/>
          <ac:spMkLst>
            <pc:docMk/>
            <pc:sldMk cId="3947627640" sldId="269"/>
            <ac:spMk id="2" creationId="{9D9A3439-954B-BD63-B34D-499112B31C33}"/>
          </ac:spMkLst>
        </pc:spChg>
        <pc:spChg chg="mod">
          <ac:chgData name="Anahit -" userId="044eef8e4daa0d70" providerId="LiveId" clId="{39DBC3CF-F771-4AFE-A5C9-2BD1080243F5}" dt="2025-11-26T19:32:16.793" v="412" actId="1076"/>
          <ac:spMkLst>
            <pc:docMk/>
            <pc:sldMk cId="3947627640" sldId="269"/>
            <ac:spMk id="6" creationId="{AFAF0825-B4BF-DB0B-F1E4-A691B7EBAB0B}"/>
          </ac:spMkLst>
        </pc:spChg>
        <pc:spChg chg="mod">
          <ac:chgData name="Anahit -" userId="044eef8e4daa0d70" providerId="LiveId" clId="{39DBC3CF-F771-4AFE-A5C9-2BD1080243F5}" dt="2025-11-26T19:32:32.413" v="416" actId="1076"/>
          <ac:spMkLst>
            <pc:docMk/>
            <pc:sldMk cId="3947627640" sldId="269"/>
            <ac:spMk id="7" creationId="{9F5486C2-1D77-B325-B918-2D032E4AC28A}"/>
          </ac:spMkLst>
        </pc:spChg>
        <pc:picChg chg="add mod modCrop">
          <ac:chgData name="Anahit -" userId="044eef8e4daa0d70" providerId="LiveId" clId="{39DBC3CF-F771-4AFE-A5C9-2BD1080243F5}" dt="2025-11-26T19:32:27.239" v="415" actId="1076"/>
          <ac:picMkLst>
            <pc:docMk/>
            <pc:sldMk cId="3947627640" sldId="269"/>
            <ac:picMk id="4" creationId="{E3CF4041-030F-65B8-1B0C-5C873F4CD560}"/>
          </ac:picMkLst>
        </pc:picChg>
        <pc:picChg chg="mod">
          <ac:chgData name="Anahit -" userId="044eef8e4daa0d70" providerId="LiveId" clId="{39DBC3CF-F771-4AFE-A5C9-2BD1080243F5}" dt="2025-11-26T19:32:14.013" v="411" actId="14100"/>
          <ac:picMkLst>
            <pc:docMk/>
            <pc:sldMk cId="3947627640" sldId="269"/>
            <ac:picMk id="5" creationId="{3225F4F0-1EBE-AF72-A350-C699CB3C6BCF}"/>
          </ac:picMkLst>
        </pc:picChg>
      </pc:sldChg>
      <pc:sldChg chg="addSp delSp modSp add mod">
        <pc:chgData name="Anahit -" userId="044eef8e4daa0d70" providerId="LiveId" clId="{39DBC3CF-F771-4AFE-A5C9-2BD1080243F5}" dt="2025-11-26T19:35:33.601" v="524" actId="20577"/>
        <pc:sldMkLst>
          <pc:docMk/>
          <pc:sldMk cId="392556192" sldId="270"/>
        </pc:sldMkLst>
        <pc:spChg chg="mod">
          <ac:chgData name="Anahit -" userId="044eef8e4daa0d70" providerId="LiveId" clId="{39DBC3CF-F771-4AFE-A5C9-2BD1080243F5}" dt="2025-11-26T19:35:33.601" v="524" actId="20577"/>
          <ac:spMkLst>
            <pc:docMk/>
            <pc:sldMk cId="392556192" sldId="270"/>
            <ac:spMk id="2" creationId="{D006C4C1-FB2A-C807-F87F-E51376246198}"/>
          </ac:spMkLst>
        </pc:spChg>
        <pc:spChg chg="del mod">
          <ac:chgData name="Anahit -" userId="044eef8e4daa0d70" providerId="LiveId" clId="{39DBC3CF-F771-4AFE-A5C9-2BD1080243F5}" dt="2025-11-26T19:35:04.528" v="485" actId="478"/>
          <ac:spMkLst>
            <pc:docMk/>
            <pc:sldMk cId="392556192" sldId="270"/>
            <ac:spMk id="6" creationId="{B1006116-DCF5-AD81-8527-C00A1422E1C6}"/>
          </ac:spMkLst>
        </pc:spChg>
        <pc:spChg chg="del mod">
          <ac:chgData name="Anahit -" userId="044eef8e4daa0d70" providerId="LiveId" clId="{39DBC3CF-F771-4AFE-A5C9-2BD1080243F5}" dt="2025-11-26T19:33:20.164" v="476" actId="478"/>
          <ac:spMkLst>
            <pc:docMk/>
            <pc:sldMk cId="392556192" sldId="270"/>
            <ac:spMk id="7" creationId="{864826B2-1048-D7A1-8556-5D9AC80D311E}"/>
          </ac:spMkLst>
        </pc:spChg>
        <pc:spChg chg="add del mod">
          <ac:chgData name="Anahit -" userId="044eef8e4daa0d70" providerId="LiveId" clId="{39DBC3CF-F771-4AFE-A5C9-2BD1080243F5}" dt="2025-11-26T19:34:46.402" v="478" actId="931"/>
          <ac:spMkLst>
            <pc:docMk/>
            <pc:sldMk cId="392556192" sldId="270"/>
            <ac:spMk id="8" creationId="{163A3F2C-7E3F-86FF-C8F0-581B21427A8C}"/>
          </ac:spMkLst>
        </pc:spChg>
        <pc:picChg chg="del">
          <ac:chgData name="Anahit -" userId="044eef8e4daa0d70" providerId="LiveId" clId="{39DBC3CF-F771-4AFE-A5C9-2BD1080243F5}" dt="2025-11-26T19:33:15.311" v="474" actId="478"/>
          <ac:picMkLst>
            <pc:docMk/>
            <pc:sldMk cId="392556192" sldId="270"/>
            <ac:picMk id="4" creationId="{326E21B1-2845-3EC9-7CC4-3363D4648FA8}"/>
          </ac:picMkLst>
        </pc:picChg>
        <pc:picChg chg="del">
          <ac:chgData name="Anahit -" userId="044eef8e4daa0d70" providerId="LiveId" clId="{39DBC3CF-F771-4AFE-A5C9-2BD1080243F5}" dt="2025-11-26T19:33:22.255" v="477" actId="478"/>
          <ac:picMkLst>
            <pc:docMk/>
            <pc:sldMk cId="392556192" sldId="270"/>
            <ac:picMk id="5" creationId="{884C387F-5C4D-F966-D730-48882297FC95}"/>
          </ac:picMkLst>
        </pc:picChg>
        <pc:picChg chg="add mod">
          <ac:chgData name="Anahit -" userId="044eef8e4daa0d70" providerId="LiveId" clId="{39DBC3CF-F771-4AFE-A5C9-2BD1080243F5}" dt="2025-11-26T19:35:14.840" v="488" actId="1076"/>
          <ac:picMkLst>
            <pc:docMk/>
            <pc:sldMk cId="392556192" sldId="270"/>
            <ac:picMk id="10" creationId="{7C81174F-8639-D7DC-E610-9501383484CB}"/>
          </ac:picMkLst>
        </pc:picChg>
      </pc:sldChg>
      <pc:sldChg chg="modSp add mod ord">
        <pc:chgData name="Anahit -" userId="044eef8e4daa0d70" providerId="LiveId" clId="{39DBC3CF-F771-4AFE-A5C9-2BD1080243F5}" dt="2025-11-26T19:39:14.716" v="654" actId="1076"/>
        <pc:sldMkLst>
          <pc:docMk/>
          <pc:sldMk cId="1217648152" sldId="271"/>
        </pc:sldMkLst>
        <pc:spChg chg="mod">
          <ac:chgData name="Anahit -" userId="044eef8e4daa0d70" providerId="LiveId" clId="{39DBC3CF-F771-4AFE-A5C9-2BD1080243F5}" dt="2025-11-26T19:36:14.292" v="579" actId="20577"/>
          <ac:spMkLst>
            <pc:docMk/>
            <pc:sldMk cId="1217648152" sldId="271"/>
            <ac:spMk id="2" creationId="{FA46045F-876B-B483-58F3-CD37AB09771E}"/>
          </ac:spMkLst>
        </pc:spChg>
        <pc:spChg chg="mod">
          <ac:chgData name="Anahit -" userId="044eef8e4daa0d70" providerId="LiveId" clId="{39DBC3CF-F771-4AFE-A5C9-2BD1080243F5}" dt="2025-11-26T19:37:50.807" v="612" actId="1076"/>
          <ac:spMkLst>
            <pc:docMk/>
            <pc:sldMk cId="1217648152" sldId="271"/>
            <ac:spMk id="6" creationId="{7C56BE1F-1A20-D020-0F5D-10BE2D0FD9A2}"/>
          </ac:spMkLst>
        </pc:spChg>
        <pc:spChg chg="mod">
          <ac:chgData name="Anahit -" userId="044eef8e4daa0d70" providerId="LiveId" clId="{39DBC3CF-F771-4AFE-A5C9-2BD1080243F5}" dt="2025-11-26T19:39:14.716" v="654" actId="1076"/>
          <ac:spMkLst>
            <pc:docMk/>
            <pc:sldMk cId="1217648152" sldId="271"/>
            <ac:spMk id="7" creationId="{53F5774E-C4D7-7849-74B1-45261AF53577}"/>
          </ac:spMkLst>
        </pc:spChg>
        <pc:picChg chg="mod modCrop">
          <ac:chgData name="Anahit -" userId="044eef8e4daa0d70" providerId="LiveId" clId="{39DBC3CF-F771-4AFE-A5C9-2BD1080243F5}" dt="2025-11-26T19:38:40.856" v="620" actId="1076"/>
          <ac:picMkLst>
            <pc:docMk/>
            <pc:sldMk cId="1217648152" sldId="271"/>
            <ac:picMk id="4" creationId="{E1CCA1B5-03CB-7519-DFFD-5224B851AF01}"/>
          </ac:picMkLst>
        </pc:picChg>
        <pc:picChg chg="mod modCrop">
          <ac:chgData name="Anahit -" userId="044eef8e4daa0d70" providerId="LiveId" clId="{39DBC3CF-F771-4AFE-A5C9-2BD1080243F5}" dt="2025-11-26T19:37:26.918" v="587" actId="14100"/>
          <ac:picMkLst>
            <pc:docMk/>
            <pc:sldMk cId="1217648152" sldId="271"/>
            <ac:picMk id="5" creationId="{48CB7167-984D-4599-70BD-B7959405A424}"/>
          </ac:picMkLst>
        </pc:picChg>
      </pc:sldChg>
      <pc:sldChg chg="modSp add mod ord">
        <pc:chgData name="Anahit -" userId="044eef8e4daa0d70" providerId="LiveId" clId="{39DBC3CF-F771-4AFE-A5C9-2BD1080243F5}" dt="2025-11-26T19:41:15.247" v="726" actId="1076"/>
        <pc:sldMkLst>
          <pc:docMk/>
          <pc:sldMk cId="546472101" sldId="272"/>
        </pc:sldMkLst>
        <pc:spChg chg="mod">
          <ac:chgData name="Anahit -" userId="044eef8e4daa0d70" providerId="LiveId" clId="{39DBC3CF-F771-4AFE-A5C9-2BD1080243F5}" dt="2025-11-26T19:40:22.915" v="713" actId="14100"/>
          <ac:spMkLst>
            <pc:docMk/>
            <pc:sldMk cId="546472101" sldId="272"/>
            <ac:spMk id="2" creationId="{A1A9EA6A-267F-398A-2A26-523618F2B297}"/>
          </ac:spMkLst>
        </pc:spChg>
        <pc:picChg chg="mod modCrop">
          <ac:chgData name="Anahit -" userId="044eef8e4daa0d70" providerId="LiveId" clId="{39DBC3CF-F771-4AFE-A5C9-2BD1080243F5}" dt="2025-11-26T19:41:15.247" v="726" actId="1076"/>
          <ac:picMkLst>
            <pc:docMk/>
            <pc:sldMk cId="546472101" sldId="272"/>
            <ac:picMk id="10" creationId="{35020804-54C9-7A6F-8437-D14594AF20C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6D7C7F5-ECD3-D117-68F1-3F3F15C6C5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90BCE6D8-3F50-3C63-1BA6-EBE73902C9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FEEFB034-BA0D-7DF8-7C1E-2B6C53823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8607-64A2-4BBC-9378-997FEBC707AF}" type="datetimeFigureOut">
              <a:rPr lang="ru-RU" smtClean="0"/>
              <a:pPr/>
              <a:t>26.11.2025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EA8AC691-A9B6-E84E-ECFD-E2E0063B7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02328B1B-423E-CDC6-FDFA-F054B9197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A845-FBA5-4ABB-B38B-23376FF068A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349601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936EDA1-308B-8EBB-DAE4-030304831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F2919EAE-EE01-F114-76B9-BBA662494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FBC1AF5B-B1C9-14CA-5C12-C2485F5E2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8607-64A2-4BBC-9378-997FEBC707AF}" type="datetimeFigureOut">
              <a:rPr lang="ru-RU" smtClean="0"/>
              <a:pPr/>
              <a:t>26.11.2025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1CC9C783-073B-44B1-80C6-B4DD5D84F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DD696154-23FA-32F0-1775-89956E671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A845-FBA5-4ABB-B38B-23376FF068A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786431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4AA222F-0F66-97B4-4643-B670AB820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28E24DF6-9BBD-F5A9-640A-F1853FEAB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A817DF30-B752-C5B0-3E5D-FA222884C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8607-64A2-4BBC-9378-997FEBC707AF}" type="datetimeFigureOut">
              <a:rPr lang="ru-RU" smtClean="0"/>
              <a:pPr/>
              <a:t>26.11.2025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BF157F0E-EE5A-ACA4-833E-F777E258C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14EF03CD-A65E-03EB-319D-12BDBEB7D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A845-FBA5-4ABB-B38B-23376FF068A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229593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A6F77AB-A4C7-123E-EABF-CBAE93EA5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832F90DD-CC09-F348-4973-4127C6C76D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E0CD0E83-03C3-F6A8-408D-3C7E6FCD5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C3B9BD7F-2835-7E89-7555-747EB9514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8607-64A2-4BBC-9378-997FEBC707AF}" type="datetimeFigureOut">
              <a:rPr lang="ru-RU" smtClean="0"/>
              <a:pPr/>
              <a:t>26.11.2025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DF1B8E1B-F7C0-04FF-31C4-034CA7257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87123749-1A39-BD9C-85E5-F114A68AA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A845-FBA5-4ABB-B38B-23376FF068A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334546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906F27A-84A8-432C-DD80-09633640A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4F99F7D2-EB04-F0C4-56AB-F0A14865B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7FD86AC7-9D05-152B-C635-9BCE428F8F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5CF83495-339E-64F0-9F6C-FC47C5C804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2E52EA8E-FDB6-715F-1543-B825AA0426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C74C5962-9D42-00B8-5D2A-9FB3CE1BA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8607-64A2-4BBC-9378-997FEBC707AF}" type="datetimeFigureOut">
              <a:rPr lang="ru-RU" smtClean="0"/>
              <a:pPr/>
              <a:t>26.11.2025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EA05E1B7-6302-002E-5882-02A8120ED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C90DC936-5EFA-72E9-7200-6CADA7C2A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A845-FBA5-4ABB-B38B-23376FF068A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04924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5EFB4FC-12EB-575C-342E-DFFB7BB44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385D43FC-CF28-2EAD-0A25-0C72F3B35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8607-64A2-4BBC-9378-997FEBC707AF}" type="datetimeFigureOut">
              <a:rPr lang="ru-RU" smtClean="0"/>
              <a:pPr/>
              <a:t>26.11.2025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EC2FBB85-5FB5-B94C-3108-176E56C71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73690CCB-2F08-A60C-BC23-CD9049E16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A845-FBA5-4ABB-B38B-23376FF068A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50918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xmlns="" id="{7E4A7250-1E81-2426-6774-4D2BF8703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8607-64A2-4BBC-9378-997FEBC707AF}" type="datetimeFigureOut">
              <a:rPr lang="ru-RU" smtClean="0"/>
              <a:pPr/>
              <a:t>26.11.2025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AE498C51-3437-CD5C-C6AD-0B5925C54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DD4CB04A-9CDE-C06C-83B7-D6737528D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A845-FBA5-4ABB-B38B-23376FF068A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40561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24BAEE7-E167-1CD9-A6AE-20DC6AB04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2F59D088-6A74-EA28-003F-1B4A5BD3C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4DFAB1D6-2D74-58AB-5B71-C39B033B91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B6B849E8-810F-79B1-B06F-40171E42F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8607-64A2-4BBC-9378-997FEBC707AF}" type="datetimeFigureOut">
              <a:rPr lang="ru-RU" smtClean="0"/>
              <a:pPr/>
              <a:t>26.11.2025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EDC023BF-F544-4372-1C36-60E0C6B9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45F0B806-A488-C277-65A6-196CAD131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A845-FBA5-4ABB-B38B-23376FF068A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687344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9747239-D3FB-D1C6-66E8-05EF90E42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278FD5E2-0CE6-1E59-CFEA-EE43326F02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C0D86323-9BEE-06C8-8ACB-F32553EF65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02B8BE04-66D2-3330-DCE3-51B3194EA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8607-64A2-4BBC-9378-997FEBC707AF}" type="datetimeFigureOut">
              <a:rPr lang="ru-RU" smtClean="0"/>
              <a:pPr/>
              <a:t>26.11.2025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2398221D-B932-3E42-0139-A0405466B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B632207E-39C8-A706-0EAB-69507D49F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A845-FBA5-4ABB-B38B-23376FF068A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99798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7CD93C9-945B-B5DA-C089-20BAF288F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B0C5C871-3AAA-03C3-6AD8-BE9B695561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409E1D75-164E-0000-B516-C6FCE952D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8607-64A2-4BBC-9378-997FEBC707AF}" type="datetimeFigureOut">
              <a:rPr lang="ru-RU" smtClean="0"/>
              <a:pPr/>
              <a:t>26.11.2025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EE441B09-5E4A-B9FE-327E-3BBE33582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9CD8A203-F1A3-62EF-2A1B-772CB57D9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A845-FBA5-4ABB-B38B-23376FF068A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63857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xmlns="" id="{7D1E1691-36D5-5481-6C3D-9841AB471B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7A859F23-A0A9-CC74-17BE-6AC1971E48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1052CAA5-09D7-FEE5-8231-CF7BB2241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8607-64A2-4BBC-9378-997FEBC707AF}" type="datetimeFigureOut">
              <a:rPr lang="ru-RU" smtClean="0"/>
              <a:pPr/>
              <a:t>26.11.2025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716DE5E2-D711-7B77-4974-8F01AB52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F19EBBBC-AF4F-6D72-EB88-D2C26B536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A845-FBA5-4ABB-B38B-23376FF068A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8432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335E5E9-C643-BB10-56A4-BA09EA6AB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95321032-79A0-0CFD-81DC-2AF1E0A50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8B03BBD1-B2A9-140F-56C2-B679C013C5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888607-64A2-4BBC-9378-997FEBC707AF}" type="datetimeFigureOut">
              <a:rPr lang="ru-RU" smtClean="0"/>
              <a:pPr/>
              <a:t>26.11.2025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02D66C3A-208D-BA84-770C-DAC8DED814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8BA0D7F0-7820-B494-C7D2-4207D6884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7CA845-FBA5-4ABB-B38B-23376FF068A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215039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9FB1046-FD02-7942-2DBF-711688ABB3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7434" y="2175197"/>
            <a:ext cx="9641305" cy="2276606"/>
          </a:xfrm>
        </p:spPr>
        <p:txBody>
          <a:bodyPr>
            <a:normAutofit fontScale="90000"/>
          </a:bodyPr>
          <a:lstStyle/>
          <a:p>
            <a:r>
              <a:rPr lang="ru-RU" sz="5400" dirty="0">
                <a:latin typeface="Bahnschrift Condensed" panose="020B0502040204020203" pitchFamily="34" charset="0"/>
              </a:rPr>
              <a:t>Определение скорости распространения волны на поверхности воды </a:t>
            </a:r>
            <a:br>
              <a:rPr lang="ru-RU" sz="5400" dirty="0">
                <a:latin typeface="Bahnschrift Condensed" panose="020B0502040204020203" pitchFamily="34" charset="0"/>
              </a:rPr>
            </a:br>
            <a:r>
              <a:rPr lang="ru-RU" sz="5400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Б03-503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3783707-A6F5-8A81-C48A-8BEB25D69E17}"/>
              </a:ext>
            </a:extLst>
          </p:cNvPr>
          <p:cNvSpPr txBox="1"/>
          <p:nvPr/>
        </p:nvSpPr>
        <p:spPr>
          <a:xfrm>
            <a:off x="408305" y="5007646"/>
            <a:ext cx="84768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Работу выполнили:</a:t>
            </a:r>
          </a:p>
          <a:p>
            <a:r>
              <a:rPr lang="ru-RU" sz="2400" dirty="0">
                <a:latin typeface="Bahnschrift Condensed" panose="020B0502040204020203" pitchFamily="34" charset="0"/>
              </a:rPr>
              <a:t>Ефремова Татьяна </a:t>
            </a:r>
          </a:p>
          <a:p>
            <a:r>
              <a:rPr lang="ru-RU" sz="2400" dirty="0">
                <a:latin typeface="Bahnschrift Condensed" panose="020B0502040204020203" pitchFamily="34" charset="0"/>
              </a:rPr>
              <a:t>Шутова Александра</a:t>
            </a:r>
          </a:p>
          <a:p>
            <a:r>
              <a:rPr lang="ru-RU" sz="2400" dirty="0" err="1">
                <a:latin typeface="Bahnschrift Condensed" panose="020B0502040204020203" pitchFamily="34" charset="0"/>
              </a:rPr>
              <a:t>Хачоян</a:t>
            </a:r>
            <a:r>
              <a:rPr lang="ru-RU" sz="2400" dirty="0">
                <a:latin typeface="Bahnschrift Condensed" panose="020B0502040204020203" pitchFamily="34" charset="0"/>
              </a:rPr>
              <a:t> Анаит</a:t>
            </a:r>
          </a:p>
        </p:txBody>
      </p:sp>
    </p:spTree>
    <p:extLst>
      <p:ext uri="{BB962C8B-B14F-4D97-AF65-F5344CB8AC3E}">
        <p14:creationId xmlns:p14="http://schemas.microsoft.com/office/powerpoint/2010/main" xmlns="" val="265887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0ACAD25-E1ED-2FEC-0A67-071039E1E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E5BDCB99-B809-6A70-F411-E0450DBFF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517" y="1006929"/>
            <a:ext cx="9906965" cy="5120226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ru-RU" sz="3600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Цель:</a:t>
            </a:r>
            <a:r>
              <a:rPr lang="ru-RU" sz="3600" dirty="0">
                <a:latin typeface="Bahnschrift Condensed" panose="020B0502040204020203" pitchFamily="34" charset="0"/>
              </a:rPr>
              <a:t> исследование зависимости скорости распространения возмущений в воде от глубины канала.</a:t>
            </a:r>
          </a:p>
          <a:p>
            <a:pPr marL="0" indent="0">
              <a:buNone/>
            </a:pPr>
            <a:endParaRPr lang="ru-RU" sz="3600" dirty="0">
              <a:latin typeface="Bahnschrift Condensed" panose="020B0502040204020203" pitchFamily="34" charset="0"/>
            </a:endParaRPr>
          </a:p>
          <a:p>
            <a:pPr marL="0" indent="0">
              <a:buNone/>
            </a:pPr>
            <a:r>
              <a:rPr lang="ru-RU" sz="3600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Задачи:</a:t>
            </a:r>
          </a:p>
          <a:p>
            <a:r>
              <a:rPr lang="ru-RU" sz="3600" dirty="0">
                <a:latin typeface="Bahnschrift Condensed" panose="020B0502040204020203" pitchFamily="34" charset="0"/>
              </a:rPr>
              <a:t>Собрать и протестировать экспериментальную </a:t>
            </a:r>
            <a:r>
              <a:rPr lang="ru-RU" sz="3600" dirty="0" smtClean="0">
                <a:latin typeface="Bahnschrift Condensed" panose="020B0502040204020203" pitchFamily="34" charset="0"/>
              </a:rPr>
              <a:t>установку</a:t>
            </a:r>
            <a:r>
              <a:rPr lang="en-US" sz="3600" dirty="0" smtClean="0">
                <a:latin typeface="Bahnschrift Condensed" panose="020B0502040204020203" pitchFamily="34" charset="0"/>
              </a:rPr>
              <a:t>;</a:t>
            </a:r>
            <a:endParaRPr lang="ru-RU" sz="3600" dirty="0">
              <a:latin typeface="Bahnschrift Condensed" panose="020B0502040204020203" pitchFamily="34" charset="0"/>
            </a:endParaRPr>
          </a:p>
          <a:p>
            <a:r>
              <a:rPr lang="ru-RU" sz="3600" dirty="0">
                <a:latin typeface="Bahnschrift Condensed" panose="020B0502040204020203" pitchFamily="34" charset="0"/>
              </a:rPr>
              <a:t>Написать и протестировать </a:t>
            </a:r>
            <a:r>
              <a:rPr lang="ru-RU" sz="3600" dirty="0" err="1" smtClean="0">
                <a:latin typeface="Bahnschrift Condensed" panose="020B0502040204020203" pitchFamily="34" charset="0"/>
              </a:rPr>
              <a:t>скрипты</a:t>
            </a:r>
            <a:r>
              <a:rPr lang="en-US" sz="3600" dirty="0" smtClean="0">
                <a:latin typeface="Bahnschrift Condensed" panose="020B0502040204020203" pitchFamily="34" charset="0"/>
              </a:rPr>
              <a:t>;</a:t>
            </a:r>
            <a:endParaRPr lang="ru-RU" sz="3600" dirty="0">
              <a:latin typeface="Bahnschrift Condensed" panose="020B0502040204020203" pitchFamily="34" charset="0"/>
            </a:endParaRPr>
          </a:p>
          <a:p>
            <a:r>
              <a:rPr lang="ru-RU" sz="3600" dirty="0">
                <a:latin typeface="Bahnschrift Condensed" panose="020B0502040204020203" pitchFamily="34" charset="0"/>
              </a:rPr>
              <a:t>Провести серию </a:t>
            </a:r>
            <a:r>
              <a:rPr lang="ru-RU" sz="3600" dirty="0" smtClean="0">
                <a:latin typeface="Bahnschrift Condensed" panose="020B0502040204020203" pitchFamily="34" charset="0"/>
              </a:rPr>
              <a:t>измерений</a:t>
            </a:r>
            <a:r>
              <a:rPr lang="en-US" sz="3600" dirty="0" smtClean="0">
                <a:latin typeface="Bahnschrift Condensed" panose="020B0502040204020203" pitchFamily="34" charset="0"/>
              </a:rPr>
              <a:t>;</a:t>
            </a:r>
            <a:endParaRPr lang="ru-RU" sz="3600" dirty="0">
              <a:latin typeface="Bahnschrift Condensed" panose="020B0502040204020203" pitchFamily="34" charset="0"/>
            </a:endParaRPr>
          </a:p>
          <a:p>
            <a:r>
              <a:rPr lang="ru-RU" sz="3600" dirty="0">
                <a:latin typeface="Bahnschrift Condensed" panose="020B0502040204020203" pitchFamily="34" charset="0"/>
              </a:rPr>
              <a:t>Построить графики </a:t>
            </a:r>
            <a:r>
              <a:rPr lang="ru-RU" sz="3600" dirty="0" smtClean="0">
                <a:latin typeface="Bahnschrift Condensed" panose="020B0502040204020203" pitchFamily="34" charset="0"/>
              </a:rPr>
              <a:t>зависимостей</a:t>
            </a:r>
            <a:r>
              <a:rPr lang="en-US" sz="3600" dirty="0" smtClean="0">
                <a:latin typeface="Bahnschrift Condensed" panose="020B0502040204020203" pitchFamily="34" charset="0"/>
              </a:rPr>
              <a:t>.</a:t>
            </a:r>
            <a:endParaRPr lang="en-US" sz="3600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90830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CA4576E-DDBC-9D89-CAC1-5F47E9473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A0386DE-02BB-6C0C-F825-E4A52133F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460" y="278144"/>
            <a:ext cx="9906965" cy="805785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Теоретический материал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B17CB2F8-AEC3-96A4-FB1B-58B84DDA4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1018" y="4970013"/>
            <a:ext cx="9906965" cy="1209406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ru-RU" sz="3200" dirty="0" smtClean="0">
                <a:latin typeface="Bahnschrift Condensed" panose="020B0502040204020203" pitchFamily="34" charset="0"/>
              </a:rPr>
              <a:t>Схематическое изображение распространения локального небольшого</a:t>
            </a:r>
          </a:p>
          <a:p>
            <a:pPr marL="0" indent="0">
              <a:buNone/>
            </a:pPr>
            <a:r>
              <a:rPr lang="ru-RU" sz="3200" dirty="0" smtClean="0">
                <a:latin typeface="Bahnschrift Condensed" panose="020B0502040204020203" pitchFamily="34" charset="0"/>
              </a:rPr>
              <a:t>повышения уровня жидкости в канале (A) и уединенной волны (B)</a:t>
            </a:r>
            <a:endParaRPr lang="en-US" sz="3200" dirty="0">
              <a:latin typeface="Bahnschrift Condensed" panose="020B0502040204020203" pitchFamily="34" charset="0"/>
            </a:endParaRPr>
          </a:p>
        </p:txBody>
      </p:sp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11689" y="1278338"/>
            <a:ext cx="9961111" cy="3383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3772097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571CE13-7422-E919-180E-7CC06AC43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7A64E6F-E9F2-0B1E-90FF-D83CF118B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835" y="278144"/>
            <a:ext cx="9906965" cy="805785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Экспериментальная установка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B08E8FF5-BF50-C979-E4A6-23E16ED4CA39}"/>
              </a:ext>
            </a:extLst>
          </p:cNvPr>
          <p:cNvSpPr txBox="1"/>
          <p:nvPr/>
        </p:nvSpPr>
        <p:spPr>
          <a:xfrm>
            <a:off x="1233843" y="4294414"/>
            <a:ext cx="1011995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latin typeface="Bahnschrift SemiBold Condensed" panose="020B0502040204020203" pitchFamily="34" charset="0"/>
              </a:rPr>
              <a:t>В состав системы измерений входят: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>
                <a:latin typeface="Bahnschrift SemiBold Condensed" panose="020B0502040204020203" pitchFamily="34" charset="0"/>
              </a:rPr>
              <a:t>Мини-компьютер </a:t>
            </a:r>
            <a:r>
              <a:rPr lang="ru-RU" sz="3200" dirty="0" err="1">
                <a:latin typeface="Bahnschrift SemiBold Condensed" panose="020B0502040204020203" pitchFamily="34" charset="0"/>
              </a:rPr>
              <a:t>Raspberry</a:t>
            </a:r>
            <a:r>
              <a:rPr lang="ru-RU" sz="3200" dirty="0">
                <a:latin typeface="Bahnschrift SemiBold Condensed" panose="020B0502040204020203" pitchFamily="34" charset="0"/>
              </a:rPr>
              <a:t> </a:t>
            </a:r>
            <a:r>
              <a:rPr lang="ru-RU" sz="3200" dirty="0" err="1" smtClean="0">
                <a:latin typeface="Bahnschrift SemiBold Condensed" panose="020B0502040204020203" pitchFamily="34" charset="0"/>
              </a:rPr>
              <a:t>Pi</a:t>
            </a:r>
            <a:r>
              <a:rPr lang="en-US" sz="3200" dirty="0" smtClean="0">
                <a:latin typeface="Bahnschrift SemiBold Condensed" panose="020B0502040204020203" pitchFamily="34" charset="0"/>
              </a:rPr>
              <a:t>;</a:t>
            </a:r>
            <a:endParaRPr lang="ru-RU" sz="3200" dirty="0">
              <a:latin typeface="Bahnschrift SemiBold Condensed" panose="020B05020402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>
                <a:latin typeface="Bahnschrift SemiBold Condensed" panose="020B0502040204020203" pitchFamily="34" charset="0"/>
              </a:rPr>
              <a:t>Электрическая система </a:t>
            </a:r>
            <a:r>
              <a:rPr lang="ru-RU" sz="3200" dirty="0" smtClean="0">
                <a:latin typeface="Bahnschrift SemiBold Condensed" panose="020B0502040204020203" pitchFamily="34" charset="0"/>
              </a:rPr>
              <a:t>измерений</a:t>
            </a:r>
            <a:r>
              <a:rPr lang="en-US" sz="3200" dirty="0" smtClean="0">
                <a:latin typeface="Bahnschrift SemiBold Condensed" panose="020B0502040204020203" pitchFamily="34" charset="0"/>
              </a:rPr>
              <a:t>;</a:t>
            </a:r>
            <a:endParaRPr lang="ru-RU" sz="3200" dirty="0">
              <a:latin typeface="Bahnschrift SemiBold Condensed" panose="020B05020402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>
                <a:latin typeface="Bahnschrift SemiBold Condensed" panose="020B0502040204020203" pitchFamily="34" charset="0"/>
              </a:rPr>
              <a:t>Электрическая система контроля состояния дверцы.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33488" y="1210687"/>
            <a:ext cx="10120312" cy="2533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616330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07FE679-4EE9-0A67-2773-4E97CD77D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46FB19C-771D-F517-D75A-12083B9D2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835" y="278144"/>
            <a:ext cx="9906965" cy="805785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Экспериментальная установка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5F974343-0F38-4AF9-05E8-12006323B499}"/>
              </a:ext>
            </a:extLst>
          </p:cNvPr>
          <p:cNvSpPr txBox="1"/>
          <p:nvPr/>
        </p:nvSpPr>
        <p:spPr>
          <a:xfrm>
            <a:off x="715055" y="5535385"/>
            <a:ext cx="451008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latin typeface="Bahnschrift SemiBold Condensed" panose="020B0502040204020203" pitchFamily="34" charset="0"/>
              </a:rPr>
              <a:t>Схема измерения уровня воды</a:t>
            </a:r>
          </a:p>
          <a:p>
            <a:endParaRPr lang="ru-RU" dirty="0">
              <a:latin typeface="Bahnschrift SemiBold Condensed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46539526-5C6A-8C80-2C60-9E6ABC7E1482}"/>
              </a:ext>
            </a:extLst>
          </p:cNvPr>
          <p:cNvSpPr txBox="1"/>
          <p:nvPr/>
        </p:nvSpPr>
        <p:spPr>
          <a:xfrm>
            <a:off x="6400317" y="5535385"/>
            <a:ext cx="49836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latin typeface="Bahnschrift SemiBold Condensed" panose="020B0502040204020203" pitchFamily="34" charset="0"/>
              </a:rPr>
              <a:t>Схема датчика открытия дверцы</a:t>
            </a:r>
            <a:endParaRPr lang="ru-RU" dirty="0">
              <a:latin typeface="Bahnschrift SemiBold Condensed" panose="020B0502040204020203" pitchFamily="34" charset="0"/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8938" y="1581838"/>
            <a:ext cx="4983162" cy="37482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31331" y="1964045"/>
            <a:ext cx="5680809" cy="3278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013295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A516BD1-5298-0852-2A9E-026EBD76E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D9A3439-954B-BD63-B34D-499112B31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6808" y="0"/>
            <a:ext cx="9906965" cy="805785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Результаты (калибровка)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xmlns="" id="{3225F4F0-1EBE-AF72-A350-C699CB3C6B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4392" t="9495" r="7964"/>
          <a:stretch>
            <a:fillRect/>
          </a:stretch>
        </p:blipFill>
        <p:spPr>
          <a:xfrm>
            <a:off x="0" y="805785"/>
            <a:ext cx="5630572" cy="348862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FAF0825-B4BF-DB0B-F1E4-A691B7EBAB0B}"/>
              </a:ext>
            </a:extLst>
          </p:cNvPr>
          <p:cNvSpPr txBox="1"/>
          <p:nvPr/>
        </p:nvSpPr>
        <p:spPr>
          <a:xfrm>
            <a:off x="874649" y="4294414"/>
            <a:ext cx="42230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Bahnschrift SemiBold Condensed" panose="020B0502040204020203" pitchFamily="34" charset="0"/>
              </a:rPr>
              <a:t>Напряжение на АЦП при h = 35 мм</a:t>
            </a:r>
            <a:endParaRPr lang="ru-RU" dirty="0">
              <a:latin typeface="Bahnschrift SemiBold 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F5486C2-1D77-B325-B918-2D032E4AC28A}"/>
              </a:ext>
            </a:extLst>
          </p:cNvPr>
          <p:cNvSpPr txBox="1"/>
          <p:nvPr/>
        </p:nvSpPr>
        <p:spPr>
          <a:xfrm>
            <a:off x="6984531" y="2550099"/>
            <a:ext cx="43892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Bahnschrift SemiBold Condensed" panose="020B0502040204020203" pitchFamily="34" charset="0"/>
              </a:rPr>
              <a:t>Напряжение на АЦП при h = 100 мм</a:t>
            </a:r>
            <a:endParaRPr lang="ru-RU" dirty="0">
              <a:latin typeface="Bahnschrift SemiBold Condensed" panose="020B0502040204020203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E3CF4041-030F-65B8-1B0C-5C873F4CD5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5120" t="10416" r="8988" b="2187"/>
          <a:stretch>
            <a:fillRect/>
          </a:stretch>
        </p:blipFill>
        <p:spPr>
          <a:xfrm>
            <a:off x="5708051" y="3073319"/>
            <a:ext cx="6096000" cy="372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47627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C2072F1-FD7B-FCBB-34A0-1B2618AFB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006C4C1-FB2A-C807-F87F-E51376246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183" y="0"/>
            <a:ext cx="9906965" cy="805785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Результаты (зависимость напряжения от глубины)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xmlns="" id="{7C81174F-8639-D7DC-E610-9501383484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616496" y="691485"/>
            <a:ext cx="8372884" cy="6166515"/>
          </a:xfrm>
        </p:spPr>
      </p:pic>
    </p:spTree>
    <p:extLst>
      <p:ext uri="{BB962C8B-B14F-4D97-AF65-F5344CB8AC3E}">
        <p14:creationId xmlns:p14="http://schemas.microsoft.com/office/powerpoint/2010/main" xmlns="" val="392556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C3DD8D9-7FF3-F898-2BE4-1B641B94E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A46045F-876B-B483-58F3-CD37AB097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6808" y="0"/>
            <a:ext cx="9906965" cy="805785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Результаты (зависимость глубины жидкости от времени)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xmlns="" id="{48CB7167-984D-4599-70BD-B7959405A4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8185" t="9198" r="8140"/>
          <a:stretch>
            <a:fillRect/>
          </a:stretch>
        </p:blipFill>
        <p:spPr>
          <a:xfrm>
            <a:off x="0" y="966227"/>
            <a:ext cx="6081212" cy="372162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C56BE1F-1A20-D020-0F5D-10BE2D0FD9A2}"/>
              </a:ext>
            </a:extLst>
          </p:cNvPr>
          <p:cNvSpPr txBox="1"/>
          <p:nvPr/>
        </p:nvSpPr>
        <p:spPr>
          <a:xfrm>
            <a:off x="2138987" y="4410911"/>
            <a:ext cx="18032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Bahnschrift SemiBold Condensed" panose="020B0502040204020203" pitchFamily="34" charset="0"/>
              </a:rPr>
              <a:t>при h = 60 мм</a:t>
            </a:r>
            <a:endParaRPr lang="ru-RU" dirty="0">
              <a:latin typeface="Bahnschrift SemiBold 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3F5774E-C4D7-7849-74B1-45261AF53577}"/>
              </a:ext>
            </a:extLst>
          </p:cNvPr>
          <p:cNvSpPr txBox="1"/>
          <p:nvPr/>
        </p:nvSpPr>
        <p:spPr>
          <a:xfrm>
            <a:off x="8220199" y="2622853"/>
            <a:ext cx="2241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Bahnschrift SemiBold Condensed" panose="020B0502040204020203" pitchFamily="34" charset="0"/>
              </a:rPr>
              <a:t>при h = 100 мм</a:t>
            </a:r>
            <a:endParaRPr lang="ru-RU" dirty="0">
              <a:latin typeface="Bahnschrift SemiBold Condensed" panose="020B0502040204020203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E1CCA1B5-03CB-7519-DFFD-5224B851AF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8325" t="9558" r="8782" b="4009"/>
          <a:stretch>
            <a:fillRect/>
          </a:stretch>
        </p:blipFill>
        <p:spPr>
          <a:xfrm>
            <a:off x="6081211" y="3146073"/>
            <a:ext cx="6081212" cy="357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17648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B8D7C28-8329-8F9D-0A58-EECFFDC3C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1A9EA6A-267F-398A-2A26-523618F2B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5785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Результаты (экспериментально и теоретически полученные скорости)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xmlns="" id="{35020804-54C9-7A6F-8437-D14594AF20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8009" t="9970" r="8329" b="4501"/>
          <a:stretch>
            <a:fillRect/>
          </a:stretch>
        </p:blipFill>
        <p:spPr>
          <a:xfrm>
            <a:off x="1981199" y="661822"/>
            <a:ext cx="8229601" cy="6196178"/>
          </a:xfrm>
        </p:spPr>
      </p:pic>
    </p:spTree>
    <p:extLst>
      <p:ext uri="{BB962C8B-B14F-4D97-AF65-F5344CB8AC3E}">
        <p14:creationId xmlns:p14="http://schemas.microsoft.com/office/powerpoint/2010/main" xmlns="" val="546472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105EF56-E13A-1826-667E-C99F400A3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A322CC0-C142-E974-7027-132AFF4A3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960" y="653701"/>
            <a:ext cx="9906965" cy="805785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ru-RU" dirty="0" smtClean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Выводы</a:t>
            </a:r>
            <a:endParaRPr lang="ru-RU" dirty="0">
              <a:solidFill>
                <a:schemeClr val="accent1">
                  <a:lumMod val="75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1E61D1A1-F14C-463E-2DDF-B50CDDE3D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822" y="2256464"/>
            <a:ext cx="11348356" cy="2345071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ru-RU" sz="4000" dirty="0">
                <a:latin typeface="Bahnschrift Condensed" panose="020B0502040204020203" pitchFamily="34" charset="0"/>
              </a:rPr>
              <a:t>Экспериментально установленная квадратичная зависимость скорости распространения волны от глубины количественно подтверждает справедливость теории мелкой воды для данных условий.</a:t>
            </a:r>
            <a:endParaRPr lang="en-US" sz="4000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77615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B87D410-A2F4-B15A-7518-509B0A4DD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2008E19-CBE5-1FC3-2FB3-86F6AD780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835" y="0"/>
            <a:ext cx="9906965" cy="805785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Скрипты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F3974D86-6C4F-AF00-8150-5BA87645D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804" y="626555"/>
            <a:ext cx="8435968" cy="603967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BCAC38EE-49C0-1ABF-1589-1D98B2130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409" y="626555"/>
            <a:ext cx="3720787" cy="4577322"/>
          </a:xfrm>
          <a:prstGeom prst="rect">
            <a:avLst/>
          </a:prstGeom>
        </p:spPr>
      </p:pic>
      <p:pic>
        <p:nvPicPr>
          <p:cNvPr id="5" name="Объект 4">
            <a:extLst>
              <a:ext uri="{FF2B5EF4-FFF2-40B4-BE49-F238E27FC236}">
                <a16:creationId xmlns:a16="http://schemas.microsoft.com/office/drawing/2014/main" xmlns="" id="{A6A2FAAD-66F7-D571-8C57-2D88EDFC53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949681" y="1129888"/>
            <a:ext cx="2764893" cy="27399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0E71E7E2-C443-3A40-1DBF-CACA8A1C9C3F}"/>
              </a:ext>
            </a:extLst>
          </p:cNvPr>
          <p:cNvSpPr txBox="1"/>
          <p:nvPr/>
        </p:nvSpPr>
        <p:spPr>
          <a:xfrm>
            <a:off x="3748478" y="3869871"/>
            <a:ext cx="332890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Bahnschrift SemiBold Condensed" panose="020B0502040204020203" pitchFamily="34" charset="0"/>
              </a:rPr>
              <a:t>Код для проверки дверцы</a:t>
            </a:r>
          </a:p>
          <a:p>
            <a:endParaRPr lang="ru-RU" dirty="0">
              <a:latin typeface="Bahnschrift SemiBold Condensed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B79C8495-7ABE-CBF1-0E5E-94C09BB4EC60}"/>
              </a:ext>
            </a:extLst>
          </p:cNvPr>
          <p:cNvSpPr txBox="1"/>
          <p:nvPr/>
        </p:nvSpPr>
        <p:spPr>
          <a:xfrm>
            <a:off x="8022409" y="5203877"/>
            <a:ext cx="394315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Bahnschrift SemiBold Condensed" panose="020B0502040204020203" pitchFamily="34" charset="0"/>
              </a:rPr>
              <a:t>Код для построения графиков</a:t>
            </a:r>
          </a:p>
          <a:p>
            <a:endParaRPr lang="ru-RU" dirty="0">
              <a:latin typeface="Bahnschrift SemiBold Condensed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4AABEA26-C159-B1EF-2980-790B1CA1F7FB}"/>
              </a:ext>
            </a:extLst>
          </p:cNvPr>
          <p:cNvSpPr txBox="1"/>
          <p:nvPr/>
        </p:nvSpPr>
        <p:spPr>
          <a:xfrm>
            <a:off x="2382320" y="6190116"/>
            <a:ext cx="744748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Bahnschrift SemiBold Condensed" panose="020B0502040204020203" pitchFamily="34" charset="0"/>
              </a:rPr>
              <a:t>Основной код для измерений (реализован с помощью </a:t>
            </a:r>
            <a:r>
              <a:rPr lang="en-US" sz="2800" dirty="0">
                <a:latin typeface="Bahnschrift SemiBold Condensed" panose="020B0502040204020203" pitchFamily="34" charset="0"/>
              </a:rPr>
              <a:t>MCP)</a:t>
            </a:r>
            <a:endParaRPr lang="ru-RU" sz="2800" dirty="0">
              <a:latin typeface="Bahnschrift SemiBold Condensed" panose="020B0502040204020203" pitchFamily="34" charset="0"/>
            </a:endParaRPr>
          </a:p>
          <a:p>
            <a:endParaRPr lang="ru-RU" dirty="0"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0044582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196</Words>
  <Application>Microsoft Office PowerPoint</Application>
  <PresentationFormat>Произвольный</PresentationFormat>
  <Paragraphs>37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Определение скорости распространения волны на поверхности воды  Б03-503</vt:lpstr>
      <vt:lpstr>Слайд 2</vt:lpstr>
      <vt:lpstr>Теоретический материал</vt:lpstr>
      <vt:lpstr>Экспериментальная установка</vt:lpstr>
      <vt:lpstr>Экспериментальная установка</vt:lpstr>
      <vt:lpstr>Результаты (калибровка)</vt:lpstr>
      <vt:lpstr>Результаты (зависимость напряжения от глубины)</vt:lpstr>
      <vt:lpstr>Результаты (зависимость глубины жидкости от времени)</vt:lpstr>
      <vt:lpstr>Результаты (экспериментально и теоретически полученные скорости)</vt:lpstr>
      <vt:lpstr> Выводы</vt:lpstr>
      <vt:lpstr>Скрипты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Определение скорости распространения волны на поверхности воды  Б03-503</dc:title>
  <dc:creator>Anahit -</dc:creator>
  <cp:lastModifiedBy>User</cp:lastModifiedBy>
  <cp:revision>11</cp:revision>
  <dcterms:created xsi:type="dcterms:W3CDTF">2025-09-22T12:45:36Z</dcterms:created>
  <dcterms:modified xsi:type="dcterms:W3CDTF">2025-11-26T22:40:02Z</dcterms:modified>
</cp:coreProperties>
</file>